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NEXT-GEN AI RESEARCH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자율 리서치 Agent 시스템</a:t>
            </a:r>
          </a:p>
          <a:p>
            <a:pPr>
              <a:spcBef>
                <a:spcPts val="1200"/>
              </a:spcBef>
              <a:defRPr sz="2400">
                <a:solidFill>
                  <a:srgbClr val="CBD5E1"/>
                </a:solidFill>
              </a:defRPr>
            </a:pPr>
            <a:r>
              <a:t>Dynamic Live Search &amp; Human-in-the-Loop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94A3B8"/>
                </a:solidFill>
              </a:defRPr>
            </a:pPr>
            <a:r>
              <a:t>사전 벡터 DB(RAG)의 시점 한계를 극복하는 100% 실시간 웹 심층 탐색과</a:t>
            </a:r>
            <a:br/>
            <a:r>
              <a:t>인간-AI 협업(HITL) 기반의 고신뢰성 심층 보고서 자율 생성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프로젝트: c_1003_dyanmic_research   |   일자: 2026. 10. 04   |   버전: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자율 리서치 AGENT (DYNAMIC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왜 기존 RAG가 아닌 'Dynamic Live Search'인가?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사전 임베딩(RAG)의 한계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어제의 데이터로는 오늘을 분석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• 벡터 DB 구축 및 청킹·임베딩 파이프라인의 높은 비용과 지연</a:t>
            </a:r>
            <a:br/>
            <a:r>
              <a:t>• 매일 급변하는 최신 시사/경제/기술 이슈에 대응 불가</a:t>
            </a:r>
            <a:br/>
            <a:r>
              <a:t>• '고정된 지식 창고'에 갇혀 실시간 웹의 최신 정보를 반영하지 못함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맹목적 전면 자동화의 함정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원하지 않는 방향으로 산으로 가는 리포트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• 사용자 의도와 관점(Angle)이 배제된 일방적 보고서 출력</a:t>
            </a:r>
            <a:br/>
            <a:r>
              <a:t>• 목차(Outline)가 엉뚱하면 수백 번의 검색도 무용지물</a:t>
            </a:r>
            <a:br/>
            <a:r>
              <a:t>• 인간이 핵심 방향타를 쥐는 'Human-in-the-Loop' 개입이 필수적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출처 불투명 &amp; 환각(Hallucination)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근거 없는 AI 주장은 신뢰할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7472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• 출처 URL과 기사 본문 매핑 없는 요약문은 검증 불가능</a:t>
            </a:r>
            <a:br/>
            <a:r>
              <a:t>• 팩트(Fact)와 AI 해석(Analysis)이 뒤섞여 비즈니스 의사결정 위험</a:t>
            </a:r>
            <a:br/>
            <a:r>
              <a:t>• 엄격한 인라인 각주와 원문 마크다운 대조 체계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자율 리서치 AGENT (DYNAMIC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2-Agent 분리 파이프라인: 인간 승인 기반의 느슨한 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※ 사람의 검토가 필수적인 '기획 영역'과 완전 자율 실행되는 '심층 조사 영역'을 독립 LangGraph로 분리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4846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Graph 1: TopicOutlineGraph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주제 발굴 &amp; 복수 아웃라인 제안 (HITL 인터랙션)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뉴스/과거글 스캔: 한경 최신 기사 100건 + 과거 리포트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LLM 클러스터링: 핫 트렌드 분석 및 쓸 만한 주제 5개 도출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아웃라인 생성: 독자 수준별 A/B/C 복수 목차 기획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4. Human Review (Interrupt): 터미널에서 선택·수정·승인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▶ 산출물: approved_outline.json (표준 규격 목차)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15000" y="3931920"/>
            <a:ext cx="731520" cy="5486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2194560"/>
            <a:ext cx="4846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Graph 2: DLSResearchGraph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동적 라이브 검색 &amp; 자율 심층 리서치 엔진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질문 분해 &amp; 균형 쿼리: 찬반/리스크 포함 다각도 질의 생성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실시간 웹 검색: Google Serper + DuckDuckGo 하이브리드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원문 크롤링: Jina Reader 3단계 Fallback (마크다운 변환)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4. Self-Reflection: 정보 충분성 자율 검증 및 재검색 루프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5. 섹션별 집필 &amp; 조립: 인라인 각주 및 참고문헌 표 1:1 매핑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▶ 산출물: output/{run_id}.md (최종 심층 분석 보고서)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자율 리서치 AGENT (DYNAMIC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Graph 1: AI 트렌드 발굴과 Human-in-the-Loop 승인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실시간 뉴스 스캔 및 주제 발굴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한국경제 오늘의 기사 수집 실측 검증 완료: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Google News RSS (site:hankyung.com) 타겟팅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- 1초 만에 최신 기사 100건 무료·무차단 수집 성공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한경 직접 웹 호출 시 403 봇 차단 문제를 완벽 우회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3대 소스 융합 클러스터링: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1) 최신 24~72시간 실시간 뉴스 헤드라인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2) output/ 폴더의 기존 작성 리포트 (중복 방지 &amp; 후속 분석)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3) 사용자 관심 키워드 및 도메인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LLM 추천 결과: 지금 당장 작성할 가치가 있는 '핵심 주제 5개' 도출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A/B/C 복수 목차 제안 &amp; CLI 승인 인터랙터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3가지 관점의 복수 아웃라인(Multi-Proposals):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[A안: 산업/투자자 관점] 시장 규모, 밸류체인 수혜 기업, 리스크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[B안: 기술/엔지니어링 관점] 기술적 한계, 대안 기술, 아키텍처 비교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[C안: 정책/글로벌 관점] 각국 규제 동향, 표준화 경쟁, 거시 전망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대화형 CLI 인터랙터 (Human-in-the-Loop):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LangGraph의 interrupt() 기반 안전한 실행 일시정지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터미널 메뉴: [1] A안 승인  [2] B안 승인  [e] 직접 수정  [r] 재생성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- 사람이 방향을 확정한 직후 Graph 2 자율 리서치로 핸드오프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자율 리서치 AGENT (DYNAMIC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Graph 2: 동적 검색·크롤링·반성(Self-Reflection) 루프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질문 분해 &amp; 균형 쿼리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목차 소주제별로 검색 질문 분해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[편향 방지 쿼리]: 찬양 일색 방지를 위해 비판/리스크 쿼리 1개 이상 강제 생성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한국어/영어 최적 키워드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실시간 검색 &amp; 크롤링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[검색 하이브리드]: Google Serper 최우선 + DDG 자동 Fallback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[3단계 크롤링 Fallback]: Jina Reader → Trafilatura → 검색 스니펫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봇 차단/Paywall 대응 보장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자율 반성 (Self-Reflection)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수집된 데이터의 충분성 자체 평가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팩트 모호/데이터 부족 판정 시 보완 쿼리 자동 생성 후 재검색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최대 3회 루프로 무한 루프 방지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섹션 합성 &amp; 보고서 조립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경제/산업 핵심 수치 표(Table) 추출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팩트와 해석의 명확한 분리 서술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인라인 각주([^1]) 및 하단 출처 표 자동 생성 완료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자율 리서치 AGENT (DYNAMIC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사전 점검을 통해 도출한 11대 핵심 엔지니어링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실시간 데이터 수집 최적화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[한경 오늘의 기사]: Google News RSS 연동으로 1초 100건 무료·무차단 수집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[하이브리드 검색]: Google Serper (정밀) + DuckDuckGo (무료 Fallback)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[3단계 크롤링]: Jina Reader → Trafilatura (로컬) → 검색 스니펫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2. 토큰 비용 &amp; 지연시간 80% 절감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[State 메모리 압축]: 원문(1만 자) 대신 Key Evidence(500자)만 State 보관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[디스크 로컬 캐싱]: 검색 쿼리(24h), URL 크롤링(7일) 캐시로 즉각 응답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[섹션 에러 격리]: 특정 섹션 수집 오류 시에도 전체 파이프라인 무중단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3. LLM 3단 계층화 (Tiering)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[Fast Tier (Flash / Ollama 8B)]: 쿼리 생성, Self-Reflection 등 경량 반복 작업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[Standard Tier (Gemini Flash)]: 주제 발굴 및 다각도 목차 기획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[Deep Tier (Gemini Pro / Sonnet)]: 깊이 있는 분석, 섹션 집필 및 최종 조립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4. 리포트 품질 및 사용성 혁신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[균형 쿼리 강제]: 찬반/리스크 쿼리를 생성하여 편향된 보고서 방지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[경제 정량 수치 표]: 기사 속 매출/점유율 등 핵심 통계를 마크다운 표로 추출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[대화형 CLI &amp; Notion 연동]: 터미널 실시간 승인 및 Notion 원클릭 발행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자율 리서치 AGENT (DYNAMIC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시스템 기술 스택 및 개발 인프라 구성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200400"/>
                <a:gridCol w="259049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채택 기술 / 도구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역할 및 선정 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비용 / 라이선스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</a:defRPr>
                      </a:pPr>
                      <a:r>
                        <a:t>오케스트레이션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LangGraph v1.2+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2-Graph 분리 상태 머신 및 interrupt() 기반 HITL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오픈소스 (무료)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</a:defRPr>
                      </a:pPr>
                      <a:r>
                        <a:t>데이터 수집 (News)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Google News RSS + feedparser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한경(site:hankyung.com) 최신 기사 1초 100건 수집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완전 무료 / API키 불필요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</a:defRPr>
                      </a:pPr>
                      <a:r>
                        <a:t>실시간 웹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Google Serper + DuckDuckGo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정밀 Google 검색 엔진 + DDG 무제한 무료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무료 티어 + 무료 오픈소스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</a:defRPr>
                      </a:pPr>
                      <a:r>
                        <a:t>웹 본문 추출기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Jina Reader (r.jina.ai)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광고·CSS 제거 후 순수 마크다운 변환 (Trafilatura 백업)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완전 무료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</a:defRPr>
                      </a:pPr>
                      <a:r>
                        <a:t>LLM (하이브리드)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Gemini 2.5 + 로컬 Ollama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Fast(Flash/로컬 8B) + Deep(Gemini Pro) 가성비 극대화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API 프리티어 + 로컬 무료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PROJECT ROADMAP &amp;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구현 4단계 로드맵 및 즉시 착수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코어 Provider 구축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▶ 즉시 착수 (Next)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RSS 수집 모듈 (한경 타겟)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하이브리드 검색 모듈 (Serper+DDG)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3단계 스크래퍼 (Jina+로컬)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LLM 팩토리 &amp; 디스크 캐시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단위 테스트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Graph 1 구현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대기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TopicOutlineGraph 노드 작성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한경 뉴스 클러스터링 프롬프트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A/B/C 복수 아웃라인 생성기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대화형 CLI interrupt() UI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approved_outline.json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Graph 2 구현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대기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DLSResearchGraph 상태 머신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질문 분해 &amp; 균형 쿼리 노드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Self-Reflection 검증 루프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경제 정량 통계 표 추출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인라인 각주 &amp; 조립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E2E 검증 &amp; 발행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대기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최신 경제 이슈 실제 리서치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최종 output/{run_id}.md 검증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팩트 정확도 및 각주 매핑 확인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Notion 원클릭 발행 연동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• 프로젝트 완료 보고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
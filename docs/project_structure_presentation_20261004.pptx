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6459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PROJECT STRUCTURE &amp; REPOSITORY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Dynamic Research 시스템 구성 및 현황</a:t>
            </a:r>
          </a:p>
          <a:p>
            <a:pPr>
              <a:spcBef>
                <a:spcPts val="1000"/>
              </a:spcBef>
              <a:defRPr sz="2200">
                <a:solidFill>
                  <a:srgbClr val="CBD5E1"/>
                </a:solidFill>
              </a:defRPr>
            </a:pPr>
            <a:r>
              <a:t>코드베이스 폴더 구조, 핵심 설계 문서 및 실행 파이프라인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9966960" cy="1554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9"/>
                </a:solidFill>
              </a:defRPr>
            </a:pPr>
            <a:r>
              <a:t>📂 프로젝트 루트: /Users/boon/Dropbox/03_code/c_1003_dynamic_research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• LangGraph 기반 2-Agent 분리 파이프라인 (TopicOutlineGraph &amp; DLSResearchGraph)</a:t>
            </a:r>
            <a:br/>
            <a:r>
              <a:t>• 100% 동적 라이브 검색(DLS) 및 Human-in-the-Loop(HITL) 심층 리서치 엔진 구축 현황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DYNAMIC RESEARCH ·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프로젝트 전체 디렉토리 맵 &amp; 4대 핵심 구성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1488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01. 설정 &amp;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Config &amp; Env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./config, requirements.txt, .venv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requirements.txt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LangGraph, Pydantic, python-pptx 등 필수 패키지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.venv / .gitignore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가상환경 격리 및 Git 버전 관리 무결성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984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config/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모델 프로바이더, API 키, 실행 파라미터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48656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README.md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프로젝트 설치 및 실행 가이드라인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46304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8456" y="1645920"/>
            <a:ext cx="214884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02. 소스 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057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Source Code (src/)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./src (graphs, nodes, prompts...)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834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graphs/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LangGraph StateGraph 워크플로우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6393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nodes/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주제추출, 검색, 크롤링, 집필 등 노드 로직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4443984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prompts/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클러스터링, 다각도 쿼리, 보고서 작성 프롬프트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5248656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providers/ &amp; utils/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Serper/DuckDuckGo, Jina Reader, 공통 유틸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6304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1645920"/>
            <a:ext cx="21488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03. 문서화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057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Documentation (docs/)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./docs (총 15+ 핵심 문서)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34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설계/기획 문서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dls_design, project_overview,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6393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아키텍처 연구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langgraph_design, dls_vs_agentic_rag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43984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구현 &amp; 검증 계획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implementation_plan, test_plan, pre_review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248656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발표 &amp; 레퍼런스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presentation_content, PPTX 슬라이드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146304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16568" y="1645920"/>
            <a:ext cx="214884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04. 실행 &amp; 파이프라인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0574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Execution &amp; Output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./scripts, tests, output, temp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83464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scripts/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create_presentation.py 등 자동화 스크립트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36393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tests/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노드별 단위 테스트 및 E2E 파이프라인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4443984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output/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최종 마크다운 분석 보고서 및 JSON 산출물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5248656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• temp/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웹 크롤링 캐시 및 중간 파싱 데이터 저장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DYNAMIC RESEARCH ·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소스 코드(src/) 구조: LangGraph 기반 2-Agent 모듈화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7772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src/ 모듈은 2개의 독립적인 StateGraph와 이를 보조하는 Providers, Prompts, Utils로 구성됩니다.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기획 단계(TopicOutline)와 자율 조사 단계(DLSResearch)가 approved_outline.json 규격을 통해 결합도를 낮추고 모듈 독립성을 극대화합니다.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64592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LangGraph 핵심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632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src/graphs &amp;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TopicOutlineGraph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뉴스 스캔 → LLM 클러스터링 → 3개 목차 생성 → Human Interrupt(승인)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DLSResearchGraph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균형 쿼리 생성 → Serper 검색 → Jina Reader 크롤링 → Reflection → 집필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7316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State &amp; Router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TypedDict 기반 불변 상태 관리와 조건부 엣지(Conditional Edge)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Human-in-the-Loop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터미널 및 API 상에서 목차를 최종 승인/수정하는 대화형 체크포인트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33172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2514600"/>
            <a:ext cx="1645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외부 서비스 &amp; 유틸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880360"/>
            <a:ext cx="30632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src/providers &amp; 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83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LLM Providers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OpenAI GPT-4o / Claude 3.5 Sonnet 연동 및 Fallback 라우팅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078224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Search Engine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Google Serper API + DuckDuckGo 하이브리드 검색기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77316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Web Crawler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Jina Reader API 기반 웹페이지 Clean Markdown 즉시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546811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Output Helpers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마크다운 보고서 자동 생성, 인라인 각주 및 출처 테이블 조립기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2331720"/>
            <a:ext cx="34290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11312" y="2514600"/>
            <a:ext cx="164592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전문 프롬프트 자산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880360"/>
            <a:ext cx="30632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src/prompts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383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주제 발굴 프롬프트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최신 100건 뉴스에서 시의성/파급력 높은 5개 핫 토픽 추출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4078224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목차 기획 프롬프트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독자 수준별(심층형/개요형/비즈니스형) 4단 논리 목차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773168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쿼리 확장 프롬프트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확증 편향을 배제하고 찬반/리스크를 아우르는 3~5개 다각도 질의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546811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✔ 섹션 집필 프롬프트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수집 원문의 인라인 인용구([1], [2]) 강제 및 팩트 중심 서술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DYNAMIC RESEARCH ·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문서화 체계(docs/): 체계적인 설계·연구·검증 아티팩트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기획 및 요구사항 명세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requirements_20261003.md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DLS 시스템의 기능적/비기능적 요구사항 및 성공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project_overview_20261003.md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프로젝트 추진 배경, 목표 아키텍처 및 마일스톤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7238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topic_outline_agent_design_20261004.md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뉴스 스캐닝 및 휴먼 인터럽트(HITL) 아웃라인 상세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1732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00200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2. 아키텍처 및 비교 연구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dls_design_20261003.md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동적 라이브 검색(DLS) 핵심 엔진 및 다각도 쿼리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54203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dls_vs_agentic_rag_20261004.md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고정 벡터 DB(RAG) vs 동적 실시간 검색(DLS) 심층 비교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7238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llamaindex_integration_and_benchmarking.md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LlamaIndex 연동 방안 및 리서치 성능 벤치마킹 체계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60519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3. 구현 및 사전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199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langgraph_design_20261004.md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LangGraph 상태 전이, 2-Graph 독립 실행 및 체크포인터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02351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pre_implementation_review_20261004.md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구현 전 리스크 점검, Fallback 전략 및 토큰 비용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32703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implementation_plan_20261004.md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단계별 코드 구현 순서 및 모듈별 작업 체크리스트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977639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160519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4. 테스트 및 커뮤니케이션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57199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test_plan_20261004.md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단위 테스트(pytest), E2E 통합 테스트 및 환각 검증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102351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presentation_content_20261004.md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자율 리서치 시스템 발표용 시나리오 및 슬라이드 원고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5632703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93B"/>
                </a:solidFill>
              </a:defRPr>
            </a:pPr>
            <a:r>
              <a:t>📄 dynamic_research_presentation_20261004.pptx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</a:defRPr>
            </a:pPr>
            <a:r>
              <a:t>이해관계자 보고용 16:9 와이드스크린 공식 프레젠테이션 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DYNAMIC RESEARCH ·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환경 설정, 자동화 스크립트 및 테스트·산출물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3716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설정 &amp; 가상환경 (Config &amp; Env)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안정적인 개발 런타임 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Python 3.11+ &amp; .venv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격리된 가상환경에 최신 의존성 패키지 설치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requirements.txt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langgraph, langchain-openai, python-pptx, pytest 등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config/settings.yaml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검색 API 키, LLM Temperature, 크롤링 타임아웃 중앙화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.gitignore &amp; README.md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임시 파일 및 캐시 제외, 협업 표준 온보딩 문서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46304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2856" y="1645920"/>
            <a:ext cx="137160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Scripts &amp;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011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자동화 스크립트 &amp; 산출물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스크립트 실행 및 결과 저장 체계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7432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scripts/create_presentation.py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python-pptx 기반 발표 슬라이드 코드형 자동 생성(IaC)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5661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output/ 디렉토리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최종 생성된 심층 리서치 마크다운 보고서(run_id.md) 보관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output/approved_outline.json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Graph 1 승인 목차를 저장하여 Graph 2 입력으로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temp/ 디렉토리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중간 크롤링 텍스트, HTML 변환 캐시 등 임시 버퍼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46304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2" y="1645920"/>
            <a:ext cx="13716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 &amp;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1168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테스트 &amp; 품질 보증 (QA)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모듈별 검증 및 CI/CD 연동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74320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pytest 기반 단위 테스트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tests/ 디렉토리 내 각 노드별 독립 실행 테스트 구축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56616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Mock Provider 지원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실제 외부 API 과금 없이 오프라인 파이프라인 동작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38912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환각 및 출처 검증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생성 문장과 수집 원문 URL 매핑률 정량적 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5212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▶ E2E 파이프라인 무결성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주제 추출부터 보고서 출력까지 원클릭 검증 체계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DYNAMIC RESEARCH ·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프로젝트 구축 현황 총괄 요약 &amp; 향후 추진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2971800" cy="8595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설계 및 문서화 완료율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기획·아키텍처·테스트 계획 15+ 건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71600"/>
            <a:ext cx="3429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536192"/>
            <a:ext cx="2971800" cy="8595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아키텍처 설계 방식</a:t>
            </a:r>
          </a:p>
          <a:p>
            <a:pPr>
              <a:spcBef>
                <a:spcPts val="200"/>
              </a:spcBef>
              <a:defRPr sz="2400" b="1">
                <a:solidFill>
                  <a:srgbClr val="0EA5E9"/>
                </a:solidFill>
              </a:defRPr>
            </a:pPr>
            <a:r>
              <a:t>2-Graph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HITL(주제선정) + DLS(자율리서치)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371600"/>
            <a:ext cx="34290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536192"/>
            <a:ext cx="2971800" cy="8595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코드베이스 준비도</a:t>
            </a:r>
          </a:p>
          <a:p>
            <a:pPr>
              <a:spcBef>
                <a:spcPts val="200"/>
              </a:spcBef>
              <a:defRPr sz="2400" b="1">
                <a:solidFill>
                  <a:srgbClr val="10B981"/>
                </a:solidFill>
              </a:defRPr>
            </a:pPr>
            <a:r>
              <a:t>Ready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가상환경, 테스트셋, 모듈 뼈대 구축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25146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971800"/>
            <a:ext cx="2148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Phase 1 · 완료 (Current)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아키텍처 및 환경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프로젝트 폴더 구조 확립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가상환경 및 라이브러리 세팅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15+ 핵심 기술 설계 문서화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DLS vs Agentic RAG 비교 연구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2788920"/>
            <a:ext cx="25146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48456" y="2971800"/>
            <a:ext cx="214884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Phase 2 · 다음 작업 (Next)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33832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Graph 1 모듈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39776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한경 100건 뉴스 스캔 수집기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44805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LLM 주제 클러스터링 노드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983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3개 아웃라인 자동 제안기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54864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Human-in-the-Loop 승인 CLI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788920"/>
            <a:ext cx="25146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2512" y="2971800"/>
            <a:ext cx="214884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Phase 3 · 예정 (Planned)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3832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Graph 2 리서치 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9776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균형 쿼리 생성 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4805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Serper + Jina Reader 수집기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83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정보 충분성 Reflection 루프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4864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인라인 각주 마크다운 집필기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33688" y="2788920"/>
            <a:ext cx="25146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16568" y="2971800"/>
            <a:ext cx="214884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Phase 4 · 예정 (Planned)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33832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통합 검증 및 고도화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9776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E2E 통합 파이프라인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8" y="44805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출처 정확도 및 환각 평가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498348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LlamaIndex 벤치마킹 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54864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✔ 비즈니스 보고서 자동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